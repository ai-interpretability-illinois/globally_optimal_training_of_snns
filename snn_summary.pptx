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SNN Experiment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snn_small_enumeration.py and snn_experiments.py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Small SNN (T=2) —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File: snn_small_enumeration.py (full enumeration, no sampling)</a:t>
            </a:r>
          </a:p>
          <a:p>
            <a:pPr/>
            <a:r>
              <a:t>Neurons: m1 &lt;= 20, m2 &lt;= 20 (exact)</a:t>
            </a:r>
          </a:p>
          <a:p>
            <a:pPr/>
            <a:r>
              <a:t>Datasets:</a:t>
            </a:r>
          </a:p>
          <a:p>
            <a:pPr/>
            <a:r>
              <a:t>  • B.1 fixed_shift: x2 = x1 + 0.5, n_train=5, n_test=50</a:t>
            </a:r>
          </a:p>
          <a:p>
            <a:pPr/>
            <a:r>
              <a:t>  • B.1 gaussian_shift: x2 = x1 + N(0.5, 0.1), n_train=5, n_test=50</a:t>
            </a:r>
          </a:p>
          <a:p>
            <a:pPr/>
            <a:r>
              <a:t>  • two_step_xor_small: 2D XOR, n_train=10, n_test=64</a:t>
            </a:r>
          </a:p>
          <a:p>
            <a:pPr/>
            <a:r>
              <a:t>Pipeline: enumerate D11/D12/D21/D22 → convex LASSO → pattern selection → SVM reconstruction → readout → LIF baseline</a:t>
            </a:r>
          </a:p>
          <a:p>
            <a:pPr/>
            <a:r>
              <a:t>Solver: SCS (eps=1e-9, max_iters=200000)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Small SNN (T=2) —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(fixed/gaussian, 5 runs):</a:t>
            </a:r>
          </a:p>
          <a:p>
            <a:pPr/>
            <a:r>
              <a:t>fixed_shift: runs=5 recon_test_mean=1.000 lif_test_mean=0.856 delta_mean=0.144</a:t>
            </a:r>
          </a:p>
          <a:p>
            <a:pPr/>
            <a:r>
              <a:t>gaussian_shift: runs=5 recon_test_mean=0.988 lif_test_mean=0.816 delta_mean=0.172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SNN —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File: snn_experiments.py (representation + arrangements)</a:t>
            </a:r>
          </a:p>
          <a:p>
            <a:pPr/>
            <a:r>
              <a:t>Parameter grid (B.4):</a:t>
            </a:r>
          </a:p>
          <a:p>
            <a:pPr/>
            <a:r>
              <a:t>  • (n=20, d=100, m1=20,  m2=20,  m_repr=1000, beta=1e-3)</a:t>
            </a:r>
          </a:p>
          <a:p>
            <a:pPr/>
            <a:r>
              <a:t>  • (n=50, d=50,  m1=100, m2=70,  m_repr=1000, beta=1e-3)</a:t>
            </a:r>
          </a:p>
          <a:p>
            <a:pPr/>
            <a:r>
              <a:t>  • (n=100,d=20,  m1=100, m2=120, m_repr=1000, beta=1e-3)</a:t>
            </a:r>
          </a:p>
          <a:p>
            <a:pPr/>
            <a:r>
              <a:t>Datasets: two_step_xor, moving_gaussian, rotated_mnist</a:t>
            </a:r>
          </a:p>
          <a:p>
            <a:pPr/>
            <a:r>
              <a:t>Pipeline: representation → A_SNN D11/D12/D21/D22 → convex LASSO → reconstruction → readout → LIF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SNN — Latest Run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Latest run: mode=debug, time=1769613415</a:t>
            </a:r>
          </a:p>
          <a:p>
            <a:pPr/>
            <a:r>
              <a:t>SNN:two_step_xor | Convex train=1.000 | Reconstructed test=0.955 | LIF train=1.000 test=0.955 | m1_eff=16 | Active hyperplanes=14 mean_active=7.150 | Primal=0.000664 Dual=0.000664 Gap=0.000000 zero_gap=True</a:t>
            </a:r>
          </a:p>
          <a:p>
            <a:pPr/>
            <a:r>
              <a:t>SNN:moving_gaussian | Convex train=1.000 | Reconstructed test=0.775 | LIF train=1.000 test=0.915 | m1_eff=20 | Active hyperplanes=20 mean_active=9.850 | Primal=0.000628 Dual=0.000628 Gap=0.000000 zero_gap=True</a:t>
            </a:r>
          </a:p>
          <a:p>
            <a:pPr/>
            <a:r>
              <a:t>SNN:rotated_mnist | Convex train=1.000 | Reconstructed test=0.620 | LIF train=1.000 test=0.595 | m1_eff=20 | Active hyperplanes=20 mean_active=10.100 | Primal=0.001032 Dual=0.001032 Gap=0.000000 zero_gap=True</a:t>
            </a:r>
          </a:p>
          <a:p>
            <a:pPr/>
            <a:r>
              <a:t>SNN:two_step_xor | Convex train=1.000 | Reconstructed test=1.000 | LIF train=0.940 test=0.900 | m1_eff=16 | Active hyperplanes=17 mean_active=8.340 | Primal=0.000451 Dual=0.000451 Gap=0.000000 zero_gap=True</a:t>
            </a:r>
          </a:p>
          <a:p>
            <a:pPr/>
            <a:r>
              <a:t>SNN:moving_gaussian | Convex train=1.000 | Reconstructed test=0.950 | LIF train=1.000 test=0.965 | m1_eff=100 | Active hyperplanes=50 mean_active=26.900 | Primal=0.000427 Dual=0.000427 Gap=0.000000 zero_gap=True</a:t>
            </a:r>
          </a:p>
          <a:p>
            <a:pPr/>
            <a:r>
              <a:t>SNN:rotated_mnist | Convex train=1.000 | Reconstructed test=0.690 | LIF train=1.000 test=0.630 | m1_eff=100 | Active hyperplanes=50 mean_active=23.640 | Primal=0.000824 Dual=0.000824 Gap=0.000000 zero_gap=True</a:t>
            </a:r>
          </a:p>
          <a:p>
            <a:pPr/>
            <a:r>
              <a:t>SNN:two_step_xor | Convex train=1.000 | Reconstructed test=1.000 | LIF train=0.940 test=0.955 | m1_eff=16 | Active hyperplanes=349 mean_active=178.120 | Primal=0.000274 Dual=0.000274 Gap=0.000000 zero_gap=True</a:t>
            </a:r>
          </a:p>
          <a:p>
            <a:pPr/>
            <a:r>
              <a:t>SNN:moving_gaussian | Convex train=1.000 | Reconstructed test=0.910 | LIF train=0.980 test=0.945 | m1_eff=100 | Active hyperplanes=100 mean_active=50.820 | Primal=0.000554 Dual=0.000554 Gap=0.000000 zero_gap=True</a:t>
            </a:r>
          </a:p>
          <a:p>
            <a:pPr/>
            <a:r>
              <a:t>SNN:rotated_mnist | Convex train=1.000 | Reconstructed test=0.575 | LIF train=1.000 test=0.785 | m1_eff=100 | Active hyperplanes=2030 mean_active=1017.190 | Primal=0.000946 Dual=0.000946 Gap=0.000000 zero_gap=True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